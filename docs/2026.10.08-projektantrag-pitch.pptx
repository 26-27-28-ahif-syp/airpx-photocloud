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7" r:id="rId6"/>
    <p:sldId id="260" r:id="rId7"/>
    <p:sldId id="262" r:id="rId8"/>
    <p:sldId id="261" r:id="rId9"/>
    <p:sldId id="269" r:id="rId10"/>
    <p:sldId id="26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7C80"/>
    <a:srgbClr val="FA4D4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47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28DA45-5201-EE2A-69A3-975D68357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523508-F39F-471A-638A-0F4272A4C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E84623-1E95-714F-41A7-50F7912EF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12AB-4681-49F4-9473-AA6F92D08ABC}" type="datetimeFigureOut">
              <a:rPr lang="de-AT" smtClean="0"/>
              <a:t>07.10.2026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44BE93-81B3-6079-5883-0C424A732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350A7F-7277-5754-609C-755C5F08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69CDC-94C4-4197-8CBC-963543E33B79}" type="slidenum">
              <a:rPr lang="de-AT" smtClean="0"/>
              <a:t>‹Nr.›</a:t>
            </a:fld>
            <a:endParaRPr lang="de-AT"/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0B76B5D0-21FB-44DB-8243-3BE8B25D63D9}"/>
              </a:ext>
            </a:extLst>
          </p:cNvPr>
          <p:cNvSpPr/>
          <p:nvPr userDrawn="1"/>
        </p:nvSpPr>
        <p:spPr>
          <a:xfrm>
            <a:off x="1545757" y="3602038"/>
            <a:ext cx="5355154" cy="5269588"/>
          </a:xfrm>
          <a:prstGeom prst="diamond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0" name="Raute 9">
            <a:extLst>
              <a:ext uri="{FF2B5EF4-FFF2-40B4-BE49-F238E27FC236}">
                <a16:creationId xmlns:a16="http://schemas.microsoft.com/office/drawing/2014/main" id="{FD068D90-3200-F14F-DB28-6BA342C8FE31}"/>
              </a:ext>
            </a:extLst>
          </p:cNvPr>
          <p:cNvSpPr/>
          <p:nvPr userDrawn="1"/>
        </p:nvSpPr>
        <p:spPr>
          <a:xfrm>
            <a:off x="-1328087" y="139500"/>
            <a:ext cx="3872472" cy="3833662"/>
          </a:xfrm>
          <a:prstGeom prst="diamond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2" name="Raute 11">
            <a:extLst>
              <a:ext uri="{FF2B5EF4-FFF2-40B4-BE49-F238E27FC236}">
                <a16:creationId xmlns:a16="http://schemas.microsoft.com/office/drawing/2014/main" id="{89FAF6FB-E958-2AC7-9FEB-B309003E8A42}"/>
              </a:ext>
            </a:extLst>
          </p:cNvPr>
          <p:cNvSpPr/>
          <p:nvPr userDrawn="1"/>
        </p:nvSpPr>
        <p:spPr>
          <a:xfrm>
            <a:off x="8153400" y="78025"/>
            <a:ext cx="4224289" cy="4179738"/>
          </a:xfrm>
          <a:prstGeom prst="diamond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4" name="Raute 13">
            <a:extLst>
              <a:ext uri="{FF2B5EF4-FFF2-40B4-BE49-F238E27FC236}">
                <a16:creationId xmlns:a16="http://schemas.microsoft.com/office/drawing/2014/main" id="{D8F58834-B204-EB6A-6FAD-F60E6105E00D}"/>
              </a:ext>
            </a:extLst>
          </p:cNvPr>
          <p:cNvSpPr/>
          <p:nvPr userDrawn="1"/>
        </p:nvSpPr>
        <p:spPr>
          <a:xfrm>
            <a:off x="-185689" y="-1203045"/>
            <a:ext cx="2699671" cy="2562139"/>
          </a:xfrm>
          <a:prstGeom prst="diamond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E118C51D-08BE-F59A-3E26-D0E10BFAA542}"/>
              </a:ext>
            </a:extLst>
          </p:cNvPr>
          <p:cNvSpPr/>
          <p:nvPr userDrawn="1"/>
        </p:nvSpPr>
        <p:spPr>
          <a:xfrm>
            <a:off x="7630906" y="-1728795"/>
            <a:ext cx="2699671" cy="2562139"/>
          </a:xfrm>
          <a:prstGeom prst="diamond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Raute 17">
            <a:extLst>
              <a:ext uri="{FF2B5EF4-FFF2-40B4-BE49-F238E27FC236}">
                <a16:creationId xmlns:a16="http://schemas.microsoft.com/office/drawing/2014/main" id="{AB6DE0CE-5C03-05D5-B5E0-EBEFF9E096CD}"/>
              </a:ext>
            </a:extLst>
          </p:cNvPr>
          <p:cNvSpPr/>
          <p:nvPr userDrawn="1"/>
        </p:nvSpPr>
        <p:spPr>
          <a:xfrm>
            <a:off x="5414294" y="5075280"/>
            <a:ext cx="2699671" cy="2562139"/>
          </a:xfrm>
          <a:prstGeom prst="diamond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0" name="Raute 19">
            <a:extLst>
              <a:ext uri="{FF2B5EF4-FFF2-40B4-BE49-F238E27FC236}">
                <a16:creationId xmlns:a16="http://schemas.microsoft.com/office/drawing/2014/main" id="{4D2055A2-7AF4-49DA-5568-85A04C0247D7}"/>
              </a:ext>
            </a:extLst>
          </p:cNvPr>
          <p:cNvSpPr/>
          <p:nvPr userDrawn="1"/>
        </p:nvSpPr>
        <p:spPr>
          <a:xfrm>
            <a:off x="-1153914" y="2884957"/>
            <a:ext cx="2699671" cy="2562139"/>
          </a:xfrm>
          <a:prstGeom prst="diamond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2" name="Raute 21">
            <a:extLst>
              <a:ext uri="{FF2B5EF4-FFF2-40B4-BE49-F238E27FC236}">
                <a16:creationId xmlns:a16="http://schemas.microsoft.com/office/drawing/2014/main" id="{5AF618A7-99DC-5950-B9A0-F97D68F0453C}"/>
              </a:ext>
            </a:extLst>
          </p:cNvPr>
          <p:cNvSpPr/>
          <p:nvPr userDrawn="1"/>
        </p:nvSpPr>
        <p:spPr>
          <a:xfrm>
            <a:off x="10417438" y="5144329"/>
            <a:ext cx="2699671" cy="2562139"/>
          </a:xfrm>
          <a:prstGeom prst="diamond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Raute 23">
            <a:extLst>
              <a:ext uri="{FF2B5EF4-FFF2-40B4-BE49-F238E27FC236}">
                <a16:creationId xmlns:a16="http://schemas.microsoft.com/office/drawing/2014/main" id="{6DF9AAFA-90E4-2A8E-E4EC-2290BA8A7F1A}"/>
              </a:ext>
            </a:extLst>
          </p:cNvPr>
          <p:cNvSpPr/>
          <p:nvPr userDrawn="1"/>
        </p:nvSpPr>
        <p:spPr>
          <a:xfrm>
            <a:off x="9630002" y="965106"/>
            <a:ext cx="1574871" cy="1538382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03DDA41D-924C-4C4B-C2B5-14D4030AF99E}"/>
              </a:ext>
            </a:extLst>
          </p:cNvPr>
          <p:cNvSpPr/>
          <p:nvPr userDrawn="1"/>
        </p:nvSpPr>
        <p:spPr>
          <a:xfrm>
            <a:off x="11353800" y="2999937"/>
            <a:ext cx="1574871" cy="1538382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8" name="Raute 27">
            <a:extLst>
              <a:ext uri="{FF2B5EF4-FFF2-40B4-BE49-F238E27FC236}">
                <a16:creationId xmlns:a16="http://schemas.microsoft.com/office/drawing/2014/main" id="{833F2B9D-E94A-C4ED-D1BA-364424162358}"/>
              </a:ext>
            </a:extLst>
          </p:cNvPr>
          <p:cNvSpPr/>
          <p:nvPr userDrawn="1"/>
        </p:nvSpPr>
        <p:spPr>
          <a:xfrm>
            <a:off x="195921" y="1102176"/>
            <a:ext cx="1574871" cy="1538382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0" name="Raute 29">
            <a:extLst>
              <a:ext uri="{FF2B5EF4-FFF2-40B4-BE49-F238E27FC236}">
                <a16:creationId xmlns:a16="http://schemas.microsoft.com/office/drawing/2014/main" id="{749C7D45-45D5-A632-FCCA-65D79F858600}"/>
              </a:ext>
            </a:extLst>
          </p:cNvPr>
          <p:cNvSpPr/>
          <p:nvPr userDrawn="1"/>
        </p:nvSpPr>
        <p:spPr>
          <a:xfrm>
            <a:off x="2809653" y="4966446"/>
            <a:ext cx="1574871" cy="1538382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A0B6D9AD-4D93-4982-BC86-4763FE1F5E2D}"/>
              </a:ext>
            </a:extLst>
          </p:cNvPr>
          <p:cNvSpPr/>
          <p:nvPr userDrawn="1"/>
        </p:nvSpPr>
        <p:spPr>
          <a:xfrm>
            <a:off x="4906834" y="5526331"/>
            <a:ext cx="1574871" cy="1538382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4" name="Raute 33">
            <a:extLst>
              <a:ext uri="{FF2B5EF4-FFF2-40B4-BE49-F238E27FC236}">
                <a16:creationId xmlns:a16="http://schemas.microsoft.com/office/drawing/2014/main" id="{422AA5B4-169D-869F-B3A0-FE8F1E527B20}"/>
              </a:ext>
            </a:extLst>
          </p:cNvPr>
          <p:cNvSpPr/>
          <p:nvPr userDrawn="1"/>
        </p:nvSpPr>
        <p:spPr>
          <a:xfrm>
            <a:off x="2976459" y="599651"/>
            <a:ext cx="1574871" cy="1538382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6" name="Raute 35">
            <a:extLst>
              <a:ext uri="{FF2B5EF4-FFF2-40B4-BE49-F238E27FC236}">
                <a16:creationId xmlns:a16="http://schemas.microsoft.com/office/drawing/2014/main" id="{1B9AA368-5C53-09F1-2165-1CB2D0E88237}"/>
              </a:ext>
            </a:extLst>
          </p:cNvPr>
          <p:cNvSpPr/>
          <p:nvPr userDrawn="1"/>
        </p:nvSpPr>
        <p:spPr>
          <a:xfrm>
            <a:off x="10286389" y="5037884"/>
            <a:ext cx="1574871" cy="1538382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B3D45CE0-E412-6D16-14B1-5BF68BFF956E}"/>
              </a:ext>
            </a:extLst>
          </p:cNvPr>
          <p:cNvSpPr/>
          <p:nvPr userDrawn="1"/>
        </p:nvSpPr>
        <p:spPr>
          <a:xfrm>
            <a:off x="7104718" y="-938731"/>
            <a:ext cx="1574871" cy="1538382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0" name="Raute 39">
            <a:extLst>
              <a:ext uri="{FF2B5EF4-FFF2-40B4-BE49-F238E27FC236}">
                <a16:creationId xmlns:a16="http://schemas.microsoft.com/office/drawing/2014/main" id="{E67339AB-AEF5-8532-1B2A-0AE7DBB1E97A}"/>
              </a:ext>
            </a:extLst>
          </p:cNvPr>
          <p:cNvSpPr/>
          <p:nvPr userDrawn="1"/>
        </p:nvSpPr>
        <p:spPr>
          <a:xfrm>
            <a:off x="293268" y="6203768"/>
            <a:ext cx="1574871" cy="1538382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2" name="Raute 41">
            <a:extLst>
              <a:ext uri="{FF2B5EF4-FFF2-40B4-BE49-F238E27FC236}">
                <a16:creationId xmlns:a16="http://schemas.microsoft.com/office/drawing/2014/main" id="{AE7BCBF6-E38B-4853-D7A5-3D080C401CC8}"/>
              </a:ext>
            </a:extLst>
          </p:cNvPr>
          <p:cNvSpPr/>
          <p:nvPr userDrawn="1"/>
        </p:nvSpPr>
        <p:spPr>
          <a:xfrm>
            <a:off x="5533370" y="-375114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44" name="Raute 43">
            <a:extLst>
              <a:ext uri="{FF2B5EF4-FFF2-40B4-BE49-F238E27FC236}">
                <a16:creationId xmlns:a16="http://schemas.microsoft.com/office/drawing/2014/main" id="{2751497B-7F17-42F9-F34E-61D60F165820}"/>
              </a:ext>
            </a:extLst>
          </p:cNvPr>
          <p:cNvSpPr/>
          <p:nvPr userDrawn="1"/>
        </p:nvSpPr>
        <p:spPr>
          <a:xfrm>
            <a:off x="2177816" y="6110569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46" name="Raute 45">
            <a:extLst>
              <a:ext uri="{FF2B5EF4-FFF2-40B4-BE49-F238E27FC236}">
                <a16:creationId xmlns:a16="http://schemas.microsoft.com/office/drawing/2014/main" id="{931C41EB-2364-E7AB-8AF0-C76468BDF88B}"/>
              </a:ext>
            </a:extLst>
          </p:cNvPr>
          <p:cNvSpPr/>
          <p:nvPr userDrawn="1"/>
        </p:nvSpPr>
        <p:spPr>
          <a:xfrm>
            <a:off x="-392767" y="4121051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48" name="Raute 47">
            <a:extLst>
              <a:ext uri="{FF2B5EF4-FFF2-40B4-BE49-F238E27FC236}">
                <a16:creationId xmlns:a16="http://schemas.microsoft.com/office/drawing/2014/main" id="{716B616D-4CEB-B750-8CCF-F6689B528C12}"/>
              </a:ext>
            </a:extLst>
          </p:cNvPr>
          <p:cNvSpPr/>
          <p:nvPr userDrawn="1"/>
        </p:nvSpPr>
        <p:spPr>
          <a:xfrm>
            <a:off x="598356" y="2381958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50" name="Raute 49">
            <a:extLst>
              <a:ext uri="{FF2B5EF4-FFF2-40B4-BE49-F238E27FC236}">
                <a16:creationId xmlns:a16="http://schemas.microsoft.com/office/drawing/2014/main" id="{B68B38A7-5B13-A2AC-3C8E-E5432BC920A3}"/>
              </a:ext>
            </a:extLst>
          </p:cNvPr>
          <p:cNvSpPr/>
          <p:nvPr userDrawn="1"/>
        </p:nvSpPr>
        <p:spPr>
          <a:xfrm>
            <a:off x="1246169" y="-368237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52" name="Raute 51">
            <a:extLst>
              <a:ext uri="{FF2B5EF4-FFF2-40B4-BE49-F238E27FC236}">
                <a16:creationId xmlns:a16="http://schemas.microsoft.com/office/drawing/2014/main" id="{7721359F-4E29-82D3-C065-3CA31BAC182D}"/>
              </a:ext>
            </a:extLst>
          </p:cNvPr>
          <p:cNvSpPr/>
          <p:nvPr userDrawn="1"/>
        </p:nvSpPr>
        <p:spPr>
          <a:xfrm>
            <a:off x="3211576" y="857203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54" name="Raute 53">
            <a:extLst>
              <a:ext uri="{FF2B5EF4-FFF2-40B4-BE49-F238E27FC236}">
                <a16:creationId xmlns:a16="http://schemas.microsoft.com/office/drawing/2014/main" id="{DC6BE0B7-22F3-D812-F28D-64C813C1F9C9}"/>
              </a:ext>
            </a:extLst>
          </p:cNvPr>
          <p:cNvSpPr/>
          <p:nvPr userDrawn="1"/>
        </p:nvSpPr>
        <p:spPr>
          <a:xfrm>
            <a:off x="9823873" y="1931894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56" name="Raute 55">
            <a:extLst>
              <a:ext uri="{FF2B5EF4-FFF2-40B4-BE49-F238E27FC236}">
                <a16:creationId xmlns:a16="http://schemas.microsoft.com/office/drawing/2014/main" id="{40E0A1E9-1941-E741-EEBB-5D2D7B27C63D}"/>
              </a:ext>
            </a:extLst>
          </p:cNvPr>
          <p:cNvSpPr/>
          <p:nvPr userDrawn="1"/>
        </p:nvSpPr>
        <p:spPr>
          <a:xfrm>
            <a:off x="9031688" y="4974452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58" name="Raute 57">
            <a:extLst>
              <a:ext uri="{FF2B5EF4-FFF2-40B4-BE49-F238E27FC236}">
                <a16:creationId xmlns:a16="http://schemas.microsoft.com/office/drawing/2014/main" id="{524DABD1-E5A8-73BA-194E-7C1F0EE47EAF}"/>
              </a:ext>
            </a:extLst>
          </p:cNvPr>
          <p:cNvSpPr/>
          <p:nvPr userDrawn="1"/>
        </p:nvSpPr>
        <p:spPr>
          <a:xfrm>
            <a:off x="11535577" y="493223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2936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F40DBA-B2CF-F773-D677-2D7FFDF45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660" y="365125"/>
            <a:ext cx="9263139" cy="1325563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de-DE" dirty="0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5E42F2-DA06-4FE8-C72A-FA3FB0B94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7858" y="1825625"/>
            <a:ext cx="9185941" cy="4351338"/>
          </a:xfrm>
        </p:spPr>
        <p:txBody>
          <a:bodyPr>
            <a:normAutofit/>
          </a:bodyPr>
          <a:lstStyle>
            <a:lvl1pPr>
              <a:defRPr sz="4800"/>
            </a:lvl1pPr>
            <a:lvl2pPr>
              <a:defRPr sz="44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DE825F-918B-5639-AAC6-AD2FC1CD4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12AB-4681-49F4-9473-AA6F92D08ABC}" type="datetimeFigureOut">
              <a:rPr lang="de-AT" smtClean="0"/>
              <a:t>08.10.2026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0D20D8-129B-F802-F0C9-3C7CEEF4A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F64753-BC4E-1F94-ACA5-AB39DCC9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69CDC-94C4-4197-8CBC-963543E33B79}" type="slidenum">
              <a:rPr lang="de-AT" smtClean="0"/>
              <a:t>‹Nr.›</a:t>
            </a:fld>
            <a:endParaRPr lang="de-AT"/>
          </a:p>
        </p:txBody>
      </p:sp>
      <p:sp>
        <p:nvSpPr>
          <p:cNvPr id="40" name="Raute 39">
            <a:extLst>
              <a:ext uri="{FF2B5EF4-FFF2-40B4-BE49-F238E27FC236}">
                <a16:creationId xmlns:a16="http://schemas.microsoft.com/office/drawing/2014/main" id="{30A618A2-C433-5D0A-177A-2F2FAC1E6C0B}"/>
              </a:ext>
            </a:extLst>
          </p:cNvPr>
          <p:cNvSpPr/>
          <p:nvPr userDrawn="1"/>
        </p:nvSpPr>
        <p:spPr>
          <a:xfrm>
            <a:off x="-446701" y="177183"/>
            <a:ext cx="1225296" cy="1179576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2" name="Raute 41">
            <a:extLst>
              <a:ext uri="{FF2B5EF4-FFF2-40B4-BE49-F238E27FC236}">
                <a16:creationId xmlns:a16="http://schemas.microsoft.com/office/drawing/2014/main" id="{2040D7A1-8719-084E-E445-6A92F3807316}"/>
              </a:ext>
            </a:extLst>
          </p:cNvPr>
          <p:cNvSpPr/>
          <p:nvPr userDrawn="1"/>
        </p:nvSpPr>
        <p:spPr>
          <a:xfrm>
            <a:off x="742518" y="2202406"/>
            <a:ext cx="1049245" cy="1044598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4" name="Raute 43">
            <a:extLst>
              <a:ext uri="{FF2B5EF4-FFF2-40B4-BE49-F238E27FC236}">
                <a16:creationId xmlns:a16="http://schemas.microsoft.com/office/drawing/2014/main" id="{22FFA0BD-B014-A7F1-EECD-1E54DE03874C}"/>
              </a:ext>
            </a:extLst>
          </p:cNvPr>
          <p:cNvSpPr/>
          <p:nvPr userDrawn="1"/>
        </p:nvSpPr>
        <p:spPr>
          <a:xfrm>
            <a:off x="1319089" y="6296464"/>
            <a:ext cx="1225296" cy="1179576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6" name="Raute 45">
            <a:extLst>
              <a:ext uri="{FF2B5EF4-FFF2-40B4-BE49-F238E27FC236}">
                <a16:creationId xmlns:a16="http://schemas.microsoft.com/office/drawing/2014/main" id="{878A43D5-7705-70DF-3D47-D4DB04D7A7F5}"/>
              </a:ext>
            </a:extLst>
          </p:cNvPr>
          <p:cNvSpPr/>
          <p:nvPr userDrawn="1"/>
        </p:nvSpPr>
        <p:spPr>
          <a:xfrm>
            <a:off x="-387096" y="5978674"/>
            <a:ext cx="1225296" cy="1179576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8" name="Raute 47">
            <a:extLst>
              <a:ext uri="{FF2B5EF4-FFF2-40B4-BE49-F238E27FC236}">
                <a16:creationId xmlns:a16="http://schemas.microsoft.com/office/drawing/2014/main" id="{867006B1-1E4A-8F30-4968-475D2E8D35B3}"/>
              </a:ext>
            </a:extLst>
          </p:cNvPr>
          <p:cNvSpPr/>
          <p:nvPr userDrawn="1"/>
        </p:nvSpPr>
        <p:spPr>
          <a:xfrm>
            <a:off x="-587141" y="4380882"/>
            <a:ext cx="1648619" cy="1454288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0" name="Raute 49">
            <a:extLst>
              <a:ext uri="{FF2B5EF4-FFF2-40B4-BE49-F238E27FC236}">
                <a16:creationId xmlns:a16="http://schemas.microsoft.com/office/drawing/2014/main" id="{4E03729C-D396-2431-F68E-158B4096A8D0}"/>
              </a:ext>
            </a:extLst>
          </p:cNvPr>
          <p:cNvSpPr/>
          <p:nvPr userDrawn="1"/>
        </p:nvSpPr>
        <p:spPr>
          <a:xfrm>
            <a:off x="858525" y="3931051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52" name="Raute 51">
            <a:extLst>
              <a:ext uri="{FF2B5EF4-FFF2-40B4-BE49-F238E27FC236}">
                <a16:creationId xmlns:a16="http://schemas.microsoft.com/office/drawing/2014/main" id="{23C4E9D9-2451-7489-1182-778B334C46C8}"/>
              </a:ext>
            </a:extLst>
          </p:cNvPr>
          <p:cNvSpPr/>
          <p:nvPr userDrawn="1"/>
        </p:nvSpPr>
        <p:spPr>
          <a:xfrm>
            <a:off x="-895149" y="1903158"/>
            <a:ext cx="1574871" cy="1538382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4" name="Raute 53">
            <a:extLst>
              <a:ext uri="{FF2B5EF4-FFF2-40B4-BE49-F238E27FC236}">
                <a16:creationId xmlns:a16="http://schemas.microsoft.com/office/drawing/2014/main" id="{8D5F2497-937B-F62C-1909-4879D7D0533B}"/>
              </a:ext>
            </a:extLst>
          </p:cNvPr>
          <p:cNvSpPr/>
          <p:nvPr userDrawn="1"/>
        </p:nvSpPr>
        <p:spPr>
          <a:xfrm>
            <a:off x="742518" y="5388886"/>
            <a:ext cx="1225296" cy="1179576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6" name="Raute 55">
            <a:extLst>
              <a:ext uri="{FF2B5EF4-FFF2-40B4-BE49-F238E27FC236}">
                <a16:creationId xmlns:a16="http://schemas.microsoft.com/office/drawing/2014/main" id="{1E4EE733-0244-750D-7F37-CCCAD7F21799}"/>
              </a:ext>
            </a:extLst>
          </p:cNvPr>
          <p:cNvSpPr/>
          <p:nvPr userDrawn="1"/>
        </p:nvSpPr>
        <p:spPr>
          <a:xfrm>
            <a:off x="6374" y="3097406"/>
            <a:ext cx="1225296" cy="1179576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8" name="Raute 57">
            <a:extLst>
              <a:ext uri="{FF2B5EF4-FFF2-40B4-BE49-F238E27FC236}">
                <a16:creationId xmlns:a16="http://schemas.microsoft.com/office/drawing/2014/main" id="{38034116-0B78-7B64-2C13-453E24B46515}"/>
              </a:ext>
            </a:extLst>
          </p:cNvPr>
          <p:cNvSpPr/>
          <p:nvPr userDrawn="1"/>
        </p:nvSpPr>
        <p:spPr>
          <a:xfrm>
            <a:off x="416917" y="878993"/>
            <a:ext cx="1289122" cy="1266019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0" name="Raute 59">
            <a:extLst>
              <a:ext uri="{FF2B5EF4-FFF2-40B4-BE49-F238E27FC236}">
                <a16:creationId xmlns:a16="http://schemas.microsoft.com/office/drawing/2014/main" id="{9EEE7709-BBA0-211D-CABA-6C2620B8719E}"/>
              </a:ext>
            </a:extLst>
          </p:cNvPr>
          <p:cNvSpPr/>
          <p:nvPr userDrawn="1"/>
        </p:nvSpPr>
        <p:spPr>
          <a:xfrm>
            <a:off x="-907908" y="2754995"/>
            <a:ext cx="2699671" cy="2562139"/>
          </a:xfrm>
          <a:prstGeom prst="diamond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2" name="Raute 61">
            <a:extLst>
              <a:ext uri="{FF2B5EF4-FFF2-40B4-BE49-F238E27FC236}">
                <a16:creationId xmlns:a16="http://schemas.microsoft.com/office/drawing/2014/main" id="{6588925F-6D0F-8678-6983-C38FAA524E81}"/>
              </a:ext>
            </a:extLst>
          </p:cNvPr>
          <p:cNvSpPr/>
          <p:nvPr userDrawn="1"/>
        </p:nvSpPr>
        <p:spPr>
          <a:xfrm>
            <a:off x="-895149" y="-350162"/>
            <a:ext cx="2699671" cy="2562139"/>
          </a:xfrm>
          <a:prstGeom prst="diamond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4" name="Raute 63">
            <a:extLst>
              <a:ext uri="{FF2B5EF4-FFF2-40B4-BE49-F238E27FC236}">
                <a16:creationId xmlns:a16="http://schemas.microsoft.com/office/drawing/2014/main" id="{5BE1738B-6534-012C-2194-88460CFB5662}"/>
              </a:ext>
            </a:extLst>
          </p:cNvPr>
          <p:cNvSpPr/>
          <p:nvPr userDrawn="1"/>
        </p:nvSpPr>
        <p:spPr>
          <a:xfrm>
            <a:off x="-1112668" y="4593893"/>
            <a:ext cx="2699671" cy="2562139"/>
          </a:xfrm>
          <a:prstGeom prst="diamond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6" name="Raute 65">
            <a:extLst>
              <a:ext uri="{FF2B5EF4-FFF2-40B4-BE49-F238E27FC236}">
                <a16:creationId xmlns:a16="http://schemas.microsoft.com/office/drawing/2014/main" id="{37079B1C-3445-C4B5-FCCA-F6B710D76DC3}"/>
              </a:ext>
            </a:extLst>
          </p:cNvPr>
          <p:cNvSpPr/>
          <p:nvPr userDrawn="1"/>
        </p:nvSpPr>
        <p:spPr>
          <a:xfrm>
            <a:off x="-1328087" y="139500"/>
            <a:ext cx="3872472" cy="3833662"/>
          </a:xfrm>
          <a:prstGeom prst="diamond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68" name="Raute 67">
            <a:extLst>
              <a:ext uri="{FF2B5EF4-FFF2-40B4-BE49-F238E27FC236}">
                <a16:creationId xmlns:a16="http://schemas.microsoft.com/office/drawing/2014/main" id="{6DEC10CA-5EAB-66C9-41E2-9860BA044F54}"/>
              </a:ext>
            </a:extLst>
          </p:cNvPr>
          <p:cNvSpPr/>
          <p:nvPr userDrawn="1"/>
        </p:nvSpPr>
        <p:spPr>
          <a:xfrm>
            <a:off x="-1399674" y="3589415"/>
            <a:ext cx="3872472" cy="3833662"/>
          </a:xfrm>
          <a:prstGeom prst="diamond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80739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84B61F-3812-9FF1-095C-D6B293AE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9B61867-8118-FBF7-CF97-4E04E6A99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69CDC-94C4-4197-8CBC-963543E33B79}" type="slidenum">
              <a:rPr lang="de-AT" smtClean="0"/>
              <a:t>‹Nr.›</a:t>
            </a:fld>
            <a:endParaRPr lang="de-AT"/>
          </a:p>
        </p:txBody>
      </p:sp>
      <p:sp>
        <p:nvSpPr>
          <p:cNvPr id="6" name="Raute 5">
            <a:extLst>
              <a:ext uri="{FF2B5EF4-FFF2-40B4-BE49-F238E27FC236}">
                <a16:creationId xmlns:a16="http://schemas.microsoft.com/office/drawing/2014/main" id="{C8A7F562-6B28-A6C9-D604-1E43A3B734C4}"/>
              </a:ext>
            </a:extLst>
          </p:cNvPr>
          <p:cNvSpPr/>
          <p:nvPr userDrawn="1"/>
        </p:nvSpPr>
        <p:spPr>
          <a:xfrm>
            <a:off x="3424907" y="-1126324"/>
            <a:ext cx="1225296" cy="1179576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DBB9A16C-C15C-4CD3-2484-1D9AF37B153E}"/>
              </a:ext>
            </a:extLst>
          </p:cNvPr>
          <p:cNvSpPr/>
          <p:nvPr userDrawn="1"/>
        </p:nvSpPr>
        <p:spPr>
          <a:xfrm>
            <a:off x="4614126" y="898899"/>
            <a:ext cx="1049245" cy="1044598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Raute 9">
            <a:extLst>
              <a:ext uri="{FF2B5EF4-FFF2-40B4-BE49-F238E27FC236}">
                <a16:creationId xmlns:a16="http://schemas.microsoft.com/office/drawing/2014/main" id="{C5CBFE14-3AFE-A3D1-87B7-CFA5BF6A7FA8}"/>
              </a:ext>
            </a:extLst>
          </p:cNvPr>
          <p:cNvSpPr/>
          <p:nvPr userDrawn="1"/>
        </p:nvSpPr>
        <p:spPr>
          <a:xfrm>
            <a:off x="1319089" y="6296464"/>
            <a:ext cx="1225296" cy="1179576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Raute 11">
            <a:extLst>
              <a:ext uri="{FF2B5EF4-FFF2-40B4-BE49-F238E27FC236}">
                <a16:creationId xmlns:a16="http://schemas.microsoft.com/office/drawing/2014/main" id="{58C9BA32-1585-A07E-3BA2-3BE07851E03C}"/>
              </a:ext>
            </a:extLst>
          </p:cNvPr>
          <p:cNvSpPr/>
          <p:nvPr userDrawn="1"/>
        </p:nvSpPr>
        <p:spPr>
          <a:xfrm>
            <a:off x="3484512" y="4675167"/>
            <a:ext cx="1225296" cy="1179576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4" name="Raute 13">
            <a:extLst>
              <a:ext uri="{FF2B5EF4-FFF2-40B4-BE49-F238E27FC236}">
                <a16:creationId xmlns:a16="http://schemas.microsoft.com/office/drawing/2014/main" id="{347933E7-3035-C62A-9761-8BD40C40D2AA}"/>
              </a:ext>
            </a:extLst>
          </p:cNvPr>
          <p:cNvSpPr/>
          <p:nvPr userDrawn="1"/>
        </p:nvSpPr>
        <p:spPr>
          <a:xfrm>
            <a:off x="3284467" y="3077375"/>
            <a:ext cx="1648619" cy="1454288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58D25130-4428-100D-57CD-267E9FE33531}"/>
              </a:ext>
            </a:extLst>
          </p:cNvPr>
          <p:cNvSpPr/>
          <p:nvPr userDrawn="1"/>
        </p:nvSpPr>
        <p:spPr>
          <a:xfrm>
            <a:off x="4730133" y="2627544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8" name="Raute 17">
            <a:extLst>
              <a:ext uri="{FF2B5EF4-FFF2-40B4-BE49-F238E27FC236}">
                <a16:creationId xmlns:a16="http://schemas.microsoft.com/office/drawing/2014/main" id="{2246A141-6901-DF07-B8B5-8A6777D00CAF}"/>
              </a:ext>
            </a:extLst>
          </p:cNvPr>
          <p:cNvSpPr/>
          <p:nvPr userDrawn="1"/>
        </p:nvSpPr>
        <p:spPr>
          <a:xfrm>
            <a:off x="2976459" y="599651"/>
            <a:ext cx="1574871" cy="1538382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0" name="Raute 19">
            <a:extLst>
              <a:ext uri="{FF2B5EF4-FFF2-40B4-BE49-F238E27FC236}">
                <a16:creationId xmlns:a16="http://schemas.microsoft.com/office/drawing/2014/main" id="{CB4F5F8F-7690-41E7-B866-DFC80329F290}"/>
              </a:ext>
            </a:extLst>
          </p:cNvPr>
          <p:cNvSpPr/>
          <p:nvPr userDrawn="1"/>
        </p:nvSpPr>
        <p:spPr>
          <a:xfrm>
            <a:off x="4614126" y="4085379"/>
            <a:ext cx="1225296" cy="1179576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2" name="Raute 21">
            <a:extLst>
              <a:ext uri="{FF2B5EF4-FFF2-40B4-BE49-F238E27FC236}">
                <a16:creationId xmlns:a16="http://schemas.microsoft.com/office/drawing/2014/main" id="{CF0B8FE8-00E9-E325-1D18-25F2FE474D9A}"/>
              </a:ext>
            </a:extLst>
          </p:cNvPr>
          <p:cNvSpPr/>
          <p:nvPr userDrawn="1"/>
        </p:nvSpPr>
        <p:spPr>
          <a:xfrm>
            <a:off x="3877982" y="1793899"/>
            <a:ext cx="1225296" cy="1179576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Raute 23">
            <a:extLst>
              <a:ext uri="{FF2B5EF4-FFF2-40B4-BE49-F238E27FC236}">
                <a16:creationId xmlns:a16="http://schemas.microsoft.com/office/drawing/2014/main" id="{DEEBA7CC-6318-C886-6FDD-54AD546F659B}"/>
              </a:ext>
            </a:extLst>
          </p:cNvPr>
          <p:cNvSpPr/>
          <p:nvPr userDrawn="1"/>
        </p:nvSpPr>
        <p:spPr>
          <a:xfrm>
            <a:off x="4288525" y="-424514"/>
            <a:ext cx="1289122" cy="1266019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B94D2BBB-3040-BF56-E139-0E496589B906}"/>
              </a:ext>
            </a:extLst>
          </p:cNvPr>
          <p:cNvSpPr/>
          <p:nvPr userDrawn="1"/>
        </p:nvSpPr>
        <p:spPr>
          <a:xfrm>
            <a:off x="2963700" y="1451488"/>
            <a:ext cx="2699671" cy="2562139"/>
          </a:xfrm>
          <a:prstGeom prst="diamond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8" name="Raute 27">
            <a:extLst>
              <a:ext uri="{FF2B5EF4-FFF2-40B4-BE49-F238E27FC236}">
                <a16:creationId xmlns:a16="http://schemas.microsoft.com/office/drawing/2014/main" id="{E4E96666-1347-806E-ACAE-F1B28639FBDE}"/>
              </a:ext>
            </a:extLst>
          </p:cNvPr>
          <p:cNvSpPr/>
          <p:nvPr userDrawn="1"/>
        </p:nvSpPr>
        <p:spPr>
          <a:xfrm>
            <a:off x="2976459" y="-1653669"/>
            <a:ext cx="2699671" cy="2562139"/>
          </a:xfrm>
          <a:prstGeom prst="diamond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0" name="Raute 29">
            <a:extLst>
              <a:ext uri="{FF2B5EF4-FFF2-40B4-BE49-F238E27FC236}">
                <a16:creationId xmlns:a16="http://schemas.microsoft.com/office/drawing/2014/main" id="{D6515889-425C-FE29-5622-220C730C0DAF}"/>
              </a:ext>
            </a:extLst>
          </p:cNvPr>
          <p:cNvSpPr/>
          <p:nvPr userDrawn="1"/>
        </p:nvSpPr>
        <p:spPr>
          <a:xfrm>
            <a:off x="2758940" y="3290386"/>
            <a:ext cx="2699671" cy="2562139"/>
          </a:xfrm>
          <a:prstGeom prst="diamond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E322C914-5D19-006E-427B-F323CECA32DB}"/>
              </a:ext>
            </a:extLst>
          </p:cNvPr>
          <p:cNvSpPr/>
          <p:nvPr userDrawn="1"/>
        </p:nvSpPr>
        <p:spPr>
          <a:xfrm>
            <a:off x="-1328087" y="139500"/>
            <a:ext cx="3872472" cy="3833662"/>
          </a:xfrm>
          <a:prstGeom prst="diamond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34" name="Raute 33">
            <a:extLst>
              <a:ext uri="{FF2B5EF4-FFF2-40B4-BE49-F238E27FC236}">
                <a16:creationId xmlns:a16="http://schemas.microsoft.com/office/drawing/2014/main" id="{C010655D-DDC6-A1E9-F05B-F61F478928A0}"/>
              </a:ext>
            </a:extLst>
          </p:cNvPr>
          <p:cNvSpPr/>
          <p:nvPr userDrawn="1"/>
        </p:nvSpPr>
        <p:spPr>
          <a:xfrm>
            <a:off x="-1399674" y="3589415"/>
            <a:ext cx="3872472" cy="3833662"/>
          </a:xfrm>
          <a:prstGeom prst="diamond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63805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7D4E29-A33D-B5C0-E802-A9AA78A32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3577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D08AA1-10F3-F72D-22B6-43E9EE005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D361B3-FEC3-0DF5-C61C-05B4DBF1A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12AB-4681-49F4-9473-AA6F92D08ABC}" type="datetimeFigureOut">
              <a:rPr lang="de-AT" smtClean="0"/>
              <a:t>07.10.2026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DB4EA0-008A-4E24-FD01-82092849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0CA397-A748-8A5F-F176-C6406A68D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69CDC-94C4-4197-8CBC-963543E33B79}" type="slidenum">
              <a:rPr lang="de-AT" smtClean="0"/>
              <a:t>‹Nr.›</a:t>
            </a:fld>
            <a:endParaRPr lang="de-AT"/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32083F7-527C-2018-FACF-21EEB61A0959}"/>
              </a:ext>
            </a:extLst>
          </p:cNvPr>
          <p:cNvSpPr/>
          <p:nvPr userDrawn="1"/>
        </p:nvSpPr>
        <p:spPr>
          <a:xfrm>
            <a:off x="4153414" y="3691555"/>
            <a:ext cx="3872472" cy="3833662"/>
          </a:xfrm>
          <a:prstGeom prst="diamond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0" name="Raute 9">
            <a:extLst>
              <a:ext uri="{FF2B5EF4-FFF2-40B4-BE49-F238E27FC236}">
                <a16:creationId xmlns:a16="http://schemas.microsoft.com/office/drawing/2014/main" id="{3469C862-6A39-8E17-FB8F-E9E2A9B5D6B1}"/>
              </a:ext>
            </a:extLst>
          </p:cNvPr>
          <p:cNvSpPr/>
          <p:nvPr userDrawn="1"/>
        </p:nvSpPr>
        <p:spPr>
          <a:xfrm>
            <a:off x="2475060" y="4461695"/>
            <a:ext cx="2699671" cy="2562139"/>
          </a:xfrm>
          <a:prstGeom prst="diamond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DD7A0914-C82B-AEFE-DDAD-5C8D33E26E97}"/>
              </a:ext>
            </a:extLst>
          </p:cNvPr>
          <p:cNvSpPr/>
          <p:nvPr userDrawn="1"/>
        </p:nvSpPr>
        <p:spPr>
          <a:xfrm>
            <a:off x="6688317" y="4327316"/>
            <a:ext cx="2699671" cy="2562139"/>
          </a:xfrm>
          <a:prstGeom prst="diamond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2" name="Raute 41">
            <a:extLst>
              <a:ext uri="{FF2B5EF4-FFF2-40B4-BE49-F238E27FC236}">
                <a16:creationId xmlns:a16="http://schemas.microsoft.com/office/drawing/2014/main" id="{986E476C-AF25-A038-61D8-3BF3065D63B1}"/>
              </a:ext>
            </a:extLst>
          </p:cNvPr>
          <p:cNvSpPr/>
          <p:nvPr userDrawn="1"/>
        </p:nvSpPr>
        <p:spPr>
          <a:xfrm>
            <a:off x="9340664" y="-511639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44" name="Raute 43">
            <a:extLst>
              <a:ext uri="{FF2B5EF4-FFF2-40B4-BE49-F238E27FC236}">
                <a16:creationId xmlns:a16="http://schemas.microsoft.com/office/drawing/2014/main" id="{D195745D-FD59-F941-EA36-C4B8B616E3FD}"/>
              </a:ext>
            </a:extLst>
          </p:cNvPr>
          <p:cNvSpPr/>
          <p:nvPr userDrawn="1"/>
        </p:nvSpPr>
        <p:spPr>
          <a:xfrm>
            <a:off x="11347450" y="39312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46" name="Raute 45">
            <a:extLst>
              <a:ext uri="{FF2B5EF4-FFF2-40B4-BE49-F238E27FC236}">
                <a16:creationId xmlns:a16="http://schemas.microsoft.com/office/drawing/2014/main" id="{340E4690-A0C6-2CC0-56FD-0B55796FF761}"/>
              </a:ext>
            </a:extLst>
          </p:cNvPr>
          <p:cNvSpPr/>
          <p:nvPr userDrawn="1"/>
        </p:nvSpPr>
        <p:spPr>
          <a:xfrm>
            <a:off x="843978" y="39312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48" name="Raute 47">
            <a:extLst>
              <a:ext uri="{FF2B5EF4-FFF2-40B4-BE49-F238E27FC236}">
                <a16:creationId xmlns:a16="http://schemas.microsoft.com/office/drawing/2014/main" id="{98D1D9D5-885E-4B13-7008-EF375F9537EE}"/>
              </a:ext>
            </a:extLst>
          </p:cNvPr>
          <p:cNvSpPr/>
          <p:nvPr userDrawn="1"/>
        </p:nvSpPr>
        <p:spPr>
          <a:xfrm>
            <a:off x="-503402" y="2762142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50" name="Raute 49">
            <a:extLst>
              <a:ext uri="{FF2B5EF4-FFF2-40B4-BE49-F238E27FC236}">
                <a16:creationId xmlns:a16="http://schemas.microsoft.com/office/drawing/2014/main" id="{D787571D-81B8-61A7-6181-B6DB6AE43623}"/>
              </a:ext>
            </a:extLst>
          </p:cNvPr>
          <p:cNvSpPr/>
          <p:nvPr userDrawn="1"/>
        </p:nvSpPr>
        <p:spPr>
          <a:xfrm>
            <a:off x="2850764" y="-886753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52" name="Raute 51">
            <a:extLst>
              <a:ext uri="{FF2B5EF4-FFF2-40B4-BE49-F238E27FC236}">
                <a16:creationId xmlns:a16="http://schemas.microsoft.com/office/drawing/2014/main" id="{8BC074B9-05E7-DD35-E7CC-579D9DD9BE8C}"/>
              </a:ext>
            </a:extLst>
          </p:cNvPr>
          <p:cNvSpPr/>
          <p:nvPr userDrawn="1"/>
        </p:nvSpPr>
        <p:spPr>
          <a:xfrm>
            <a:off x="10753313" y="3737514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6092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D84DA2-381F-5B55-07A1-A03819031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5E5ADD-057D-41E6-B12D-A6565CD10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4D66C53-6362-7566-90A6-6C722256B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C0AAC84-F216-147C-3063-BFAF40C50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12AB-4681-49F4-9473-AA6F92D08ABC}" type="datetimeFigureOut">
              <a:rPr lang="de-AT" smtClean="0"/>
              <a:t>06.10.2026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0A5733-2C79-60C2-9BCC-7639959BC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6790B0-3D80-7E8D-6B15-469A89B2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69CDC-94C4-4197-8CBC-963543E33B7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87692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C6E735-0DA3-AE72-2ACA-A1FCED420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D49298-F3CA-E492-78F4-856694E36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8D8AE0F-63C2-9A2F-8A06-330D3E9FA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26A4699-728B-D62B-FABB-ACB301FFE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9DCE4D8-262F-0EC1-69AE-C8E569F4E0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92ED739-0282-CAA8-46BC-709880D4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12AB-4681-49F4-9473-AA6F92D08ABC}" type="datetimeFigureOut">
              <a:rPr lang="de-AT" smtClean="0"/>
              <a:t>06.10.2026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3BEF9D0-699E-DF86-5C59-B28318DD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3CD1C9E-0AB9-E3AA-9948-941C23B91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69CDC-94C4-4197-8CBC-963543E33B7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27673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bg>
      <p:bgPr>
        <a:solidFill>
          <a:srgbClr val="FFFF99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4B8D88-4FCE-8945-02A1-CBD18716E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8BC5F1B-92FB-38AE-C135-0043F1DD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12AB-4681-49F4-9473-AA6F92D08ABC}" type="datetimeFigureOut">
              <a:rPr lang="de-AT" smtClean="0"/>
              <a:t>06.10.2026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F6FB71-E089-C8C5-ABA7-B5C78D713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9A3F14E-C701-5014-755B-45C24C3A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69CDC-94C4-4197-8CBC-963543E33B79}" type="slidenum">
              <a:rPr lang="de-AT" smtClean="0"/>
              <a:t>‹Nr.›</a:t>
            </a:fld>
            <a:endParaRPr lang="de-AT"/>
          </a:p>
        </p:txBody>
      </p:sp>
      <p:sp>
        <p:nvSpPr>
          <p:cNvPr id="9" name="Raute 8">
            <a:extLst>
              <a:ext uri="{FF2B5EF4-FFF2-40B4-BE49-F238E27FC236}">
                <a16:creationId xmlns:a16="http://schemas.microsoft.com/office/drawing/2014/main" id="{37DE5603-AE27-DAB3-EB94-3C7ACB37F4ED}"/>
              </a:ext>
            </a:extLst>
          </p:cNvPr>
          <p:cNvSpPr/>
          <p:nvPr userDrawn="1"/>
        </p:nvSpPr>
        <p:spPr>
          <a:xfrm>
            <a:off x="-446701" y="177183"/>
            <a:ext cx="1225296" cy="1179576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Raute 12">
            <a:extLst>
              <a:ext uri="{FF2B5EF4-FFF2-40B4-BE49-F238E27FC236}">
                <a16:creationId xmlns:a16="http://schemas.microsoft.com/office/drawing/2014/main" id="{F5590AB1-EEF6-11D2-DF67-1BEF7454B974}"/>
              </a:ext>
            </a:extLst>
          </p:cNvPr>
          <p:cNvSpPr/>
          <p:nvPr userDrawn="1"/>
        </p:nvSpPr>
        <p:spPr>
          <a:xfrm>
            <a:off x="742518" y="2202406"/>
            <a:ext cx="1049245" cy="1044598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Raute 14">
            <a:extLst>
              <a:ext uri="{FF2B5EF4-FFF2-40B4-BE49-F238E27FC236}">
                <a16:creationId xmlns:a16="http://schemas.microsoft.com/office/drawing/2014/main" id="{833091A2-8CA2-554D-DD8D-395080044EC0}"/>
              </a:ext>
            </a:extLst>
          </p:cNvPr>
          <p:cNvSpPr/>
          <p:nvPr userDrawn="1"/>
        </p:nvSpPr>
        <p:spPr>
          <a:xfrm>
            <a:off x="1319089" y="6296464"/>
            <a:ext cx="1225296" cy="1179576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FE65D752-C6D9-1FE2-8D4C-65C63687B498}"/>
              </a:ext>
            </a:extLst>
          </p:cNvPr>
          <p:cNvSpPr/>
          <p:nvPr userDrawn="1"/>
        </p:nvSpPr>
        <p:spPr>
          <a:xfrm>
            <a:off x="-387096" y="5978674"/>
            <a:ext cx="1225296" cy="1179576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7" name="Raute 16">
            <a:extLst>
              <a:ext uri="{FF2B5EF4-FFF2-40B4-BE49-F238E27FC236}">
                <a16:creationId xmlns:a16="http://schemas.microsoft.com/office/drawing/2014/main" id="{2B530AB1-ABC1-33F8-216B-4945388C52C1}"/>
              </a:ext>
            </a:extLst>
          </p:cNvPr>
          <p:cNvSpPr/>
          <p:nvPr userDrawn="1"/>
        </p:nvSpPr>
        <p:spPr>
          <a:xfrm>
            <a:off x="-587141" y="4380882"/>
            <a:ext cx="1648619" cy="1454288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9" name="Raute 18">
            <a:extLst>
              <a:ext uri="{FF2B5EF4-FFF2-40B4-BE49-F238E27FC236}">
                <a16:creationId xmlns:a16="http://schemas.microsoft.com/office/drawing/2014/main" id="{92FD1B18-CB04-F928-8D63-37C5FA7F6A22}"/>
              </a:ext>
            </a:extLst>
          </p:cNvPr>
          <p:cNvSpPr/>
          <p:nvPr userDrawn="1"/>
        </p:nvSpPr>
        <p:spPr>
          <a:xfrm>
            <a:off x="858525" y="3931051"/>
            <a:ext cx="1049245" cy="1023278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20" name="Raute 19">
            <a:extLst>
              <a:ext uri="{FF2B5EF4-FFF2-40B4-BE49-F238E27FC236}">
                <a16:creationId xmlns:a16="http://schemas.microsoft.com/office/drawing/2014/main" id="{066F874F-5642-B8EC-9B09-11602888E8E1}"/>
              </a:ext>
            </a:extLst>
          </p:cNvPr>
          <p:cNvSpPr/>
          <p:nvPr userDrawn="1"/>
        </p:nvSpPr>
        <p:spPr>
          <a:xfrm>
            <a:off x="-895149" y="1903158"/>
            <a:ext cx="1574871" cy="1538382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1" name="Raute 20">
            <a:extLst>
              <a:ext uri="{FF2B5EF4-FFF2-40B4-BE49-F238E27FC236}">
                <a16:creationId xmlns:a16="http://schemas.microsoft.com/office/drawing/2014/main" id="{39E8A2DB-D21E-D388-4E41-AF6B86C5A145}"/>
              </a:ext>
            </a:extLst>
          </p:cNvPr>
          <p:cNvSpPr/>
          <p:nvPr userDrawn="1"/>
        </p:nvSpPr>
        <p:spPr>
          <a:xfrm>
            <a:off x="742518" y="5388886"/>
            <a:ext cx="1225296" cy="1179576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2" name="Raute 21">
            <a:extLst>
              <a:ext uri="{FF2B5EF4-FFF2-40B4-BE49-F238E27FC236}">
                <a16:creationId xmlns:a16="http://schemas.microsoft.com/office/drawing/2014/main" id="{A5D6D249-1D08-71F8-86AE-BBA926A8B4A9}"/>
              </a:ext>
            </a:extLst>
          </p:cNvPr>
          <p:cNvSpPr/>
          <p:nvPr userDrawn="1"/>
        </p:nvSpPr>
        <p:spPr>
          <a:xfrm>
            <a:off x="6374" y="3097406"/>
            <a:ext cx="1225296" cy="1179576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3" name="Raute 22">
            <a:extLst>
              <a:ext uri="{FF2B5EF4-FFF2-40B4-BE49-F238E27FC236}">
                <a16:creationId xmlns:a16="http://schemas.microsoft.com/office/drawing/2014/main" id="{06D23A23-9FEF-E587-6C0D-3F686DBA7316}"/>
              </a:ext>
            </a:extLst>
          </p:cNvPr>
          <p:cNvSpPr/>
          <p:nvPr userDrawn="1"/>
        </p:nvSpPr>
        <p:spPr>
          <a:xfrm>
            <a:off x="416917" y="878993"/>
            <a:ext cx="1289122" cy="1266019"/>
          </a:xfrm>
          <a:prstGeom prst="diamond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Raute 23">
            <a:extLst>
              <a:ext uri="{FF2B5EF4-FFF2-40B4-BE49-F238E27FC236}">
                <a16:creationId xmlns:a16="http://schemas.microsoft.com/office/drawing/2014/main" id="{AF5EBC32-7CFD-F446-812D-F9BC270E223B}"/>
              </a:ext>
            </a:extLst>
          </p:cNvPr>
          <p:cNvSpPr/>
          <p:nvPr userDrawn="1"/>
        </p:nvSpPr>
        <p:spPr>
          <a:xfrm>
            <a:off x="-907908" y="2754995"/>
            <a:ext cx="2699671" cy="2562139"/>
          </a:xfrm>
          <a:prstGeom prst="diamond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5" name="Raute 24">
            <a:extLst>
              <a:ext uri="{FF2B5EF4-FFF2-40B4-BE49-F238E27FC236}">
                <a16:creationId xmlns:a16="http://schemas.microsoft.com/office/drawing/2014/main" id="{22B890C2-E0BB-AA1C-2AD1-9699E6D3E829}"/>
              </a:ext>
            </a:extLst>
          </p:cNvPr>
          <p:cNvSpPr/>
          <p:nvPr userDrawn="1"/>
        </p:nvSpPr>
        <p:spPr>
          <a:xfrm>
            <a:off x="-895149" y="-350162"/>
            <a:ext cx="2699671" cy="2562139"/>
          </a:xfrm>
          <a:prstGeom prst="diamond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CB24724D-A25D-77F8-4968-2AA1A829B782}"/>
              </a:ext>
            </a:extLst>
          </p:cNvPr>
          <p:cNvSpPr/>
          <p:nvPr userDrawn="1"/>
        </p:nvSpPr>
        <p:spPr>
          <a:xfrm>
            <a:off x="-1112668" y="4593893"/>
            <a:ext cx="2699671" cy="2562139"/>
          </a:xfrm>
          <a:prstGeom prst="diamond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Raute 26">
            <a:extLst>
              <a:ext uri="{FF2B5EF4-FFF2-40B4-BE49-F238E27FC236}">
                <a16:creationId xmlns:a16="http://schemas.microsoft.com/office/drawing/2014/main" id="{7FF04EE1-79D1-FD52-0632-C65FFF0D62A6}"/>
              </a:ext>
            </a:extLst>
          </p:cNvPr>
          <p:cNvSpPr/>
          <p:nvPr userDrawn="1"/>
        </p:nvSpPr>
        <p:spPr>
          <a:xfrm>
            <a:off x="-1328087" y="139500"/>
            <a:ext cx="3872472" cy="3833662"/>
          </a:xfrm>
          <a:prstGeom prst="diamond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28" name="Raute 27">
            <a:extLst>
              <a:ext uri="{FF2B5EF4-FFF2-40B4-BE49-F238E27FC236}">
                <a16:creationId xmlns:a16="http://schemas.microsoft.com/office/drawing/2014/main" id="{04E17A61-EF7F-756C-BC4E-E2D29E024E00}"/>
              </a:ext>
            </a:extLst>
          </p:cNvPr>
          <p:cNvSpPr/>
          <p:nvPr userDrawn="1"/>
        </p:nvSpPr>
        <p:spPr>
          <a:xfrm>
            <a:off x="-1399674" y="3589415"/>
            <a:ext cx="3872472" cy="3833662"/>
          </a:xfrm>
          <a:prstGeom prst="diamond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9319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A7C8AD-BBAE-644B-886C-4F7FEE902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48A607-EA20-925A-1CE1-B6A9A6E5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12AB-4681-49F4-9473-AA6F92D08ABC}" type="datetimeFigureOut">
              <a:rPr lang="de-AT" smtClean="0"/>
              <a:t>06.10.2026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778B24-DFCC-4218-6C38-BA92E1EE2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375608-1722-F17F-D89E-53D228063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69CDC-94C4-4197-8CBC-963543E33B7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11396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A7C8AD-BBAE-644B-886C-4F7FEE902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48A607-EA20-925A-1CE1-B6A9A6E5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12AB-4681-49F4-9473-AA6F92D08ABC}" type="datetimeFigureOut">
              <a:rPr lang="de-AT" smtClean="0"/>
              <a:t>07.10.2026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778B24-DFCC-4218-6C38-BA92E1EE2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375608-1722-F17F-D89E-53D228063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69CDC-94C4-4197-8CBC-963543E33B79}" type="slidenum">
              <a:rPr lang="de-AT" smtClean="0"/>
              <a:t>‹Nr.›</a:t>
            </a:fld>
            <a:endParaRPr lang="de-AT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5A25CA-EABC-3349-CBB7-C234A1A9F7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420" y="2150534"/>
            <a:ext cx="3565525" cy="1092200"/>
          </a:xfrm>
        </p:spPr>
        <p:txBody>
          <a:bodyPr>
            <a:normAutofit/>
          </a:bodyPr>
          <a:lstStyle>
            <a:lvl1pPr>
              <a:defRPr sz="3600"/>
            </a:lvl1pPr>
            <a:lvl3pPr>
              <a:buNone/>
              <a:defRPr/>
            </a:lvl3pPr>
            <a:lvl5pPr>
              <a:buNone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80DA9104-06DA-1DF6-A2BB-7252B855A8D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72347" y="2150534"/>
            <a:ext cx="3565525" cy="1092200"/>
          </a:xfrm>
        </p:spPr>
        <p:txBody>
          <a:bodyPr>
            <a:normAutofit/>
          </a:bodyPr>
          <a:lstStyle>
            <a:lvl1pPr>
              <a:defRPr sz="3600"/>
            </a:lvl1pPr>
            <a:lvl3pPr>
              <a:buNone/>
              <a:defRPr/>
            </a:lvl3pPr>
            <a:lvl5pPr>
              <a:buNone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2CED7256-F54B-229F-B912-FFFCCF02E27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788275" y="2150534"/>
            <a:ext cx="3565525" cy="1092200"/>
          </a:xfrm>
        </p:spPr>
        <p:txBody>
          <a:bodyPr>
            <a:normAutofit/>
          </a:bodyPr>
          <a:lstStyle>
            <a:lvl1pPr>
              <a:defRPr sz="3600"/>
            </a:lvl1pPr>
            <a:lvl3pPr>
              <a:buNone/>
              <a:defRPr/>
            </a:lvl3pPr>
            <a:lvl5pPr>
              <a:buNone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0812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A7C8AD-BBAE-644B-886C-4F7FEE902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873"/>
            <a:ext cx="10515600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48A607-EA20-925A-1CE1-B6A9A6E5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12AB-4681-49F4-9473-AA6F92D08ABC}" type="datetimeFigureOut">
              <a:rPr lang="de-AT" smtClean="0"/>
              <a:t>06.10.2026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778B24-DFCC-4218-6C38-BA92E1EE2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375608-1722-F17F-D89E-53D228063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69CDC-94C4-4197-8CBC-963543E33B7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04385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BF03BF-9AD2-855B-1EFC-A30C274D2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2BA022-088B-0ADF-6AF2-90C985B58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9505E78-D8D1-4128-B652-FC00E5563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79E445-D61B-5D9D-E1F6-169A3CE0F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12AB-4681-49F4-9473-AA6F92D08ABC}" type="datetimeFigureOut">
              <a:rPr lang="de-AT" smtClean="0"/>
              <a:t>06.10.2026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8F8404F-ECAB-AD83-C10D-9C368B8F7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B1AD51-8759-7947-F98C-63434C34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69CDC-94C4-4197-8CBC-963543E33B7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8223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5C696-50CC-C8A3-D9D3-E4E0C6B4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AB11A9D-3131-77AB-2EA2-C4F9161F0DE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F5246B9-F535-3BEF-CB21-6D6E2A02E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E9413B-BCE8-5F40-ECE8-D55926628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12AB-4681-49F4-9473-AA6F92D08ABC}" type="datetimeFigureOut">
              <a:rPr lang="de-AT" smtClean="0"/>
              <a:t>06.10.2026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E3841A-BAB6-1FA3-4AA4-60AF846F8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AAE06E-ED14-C843-A118-C2EBEB79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69CDC-94C4-4197-8CBC-963543E33B7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02108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B8CE9A-6AD1-35A3-E435-65FC9416F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0DAA0D1-2D56-6026-5F45-5895C7034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FC20D-3E52-0E95-B9EF-06B01ED06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12AB-4681-49F4-9473-AA6F92D08ABC}" type="datetimeFigureOut">
              <a:rPr lang="de-AT" smtClean="0"/>
              <a:t>06.10.2026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734602-A790-3AAA-AB3B-B456AAE2E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BFDFB5-FA3C-A040-CF43-75656E8E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69CDC-94C4-4197-8CBC-963543E33B7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79138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572C704-E7F7-21B6-6B67-AE7A7EA51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D06911F-FC95-6239-4514-0A0C5E223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1233A6-983F-4884-51A8-97322B014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12AB-4681-49F4-9473-AA6F92D08ABC}" type="datetimeFigureOut">
              <a:rPr lang="de-AT" smtClean="0"/>
              <a:t>06.10.2026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B99423-BE37-4251-5C59-19AB0F31A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4FBC87-1A93-1F92-13D5-D988D5CB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69CDC-94C4-4197-8CBC-963543E33B7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3680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EBB9681-2551-00FB-15A9-894002C60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6CE2EB-577D-2084-4841-FB4F338E2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25BD14-791B-5D8A-A1CD-7A8CBB925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B12AB-4681-49F4-9473-AA6F92D08ABC}" type="datetimeFigureOut">
              <a:rPr lang="de-AT" smtClean="0"/>
              <a:t>06.10.2026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529AC9-8CA7-8D50-D09F-BB31612B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33D389-8982-EE2A-7C51-D6F67B3DE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69CDC-94C4-4197-8CBC-963543E33B7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83865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1" r:id="rId4"/>
    <p:sldLayoutId id="2147483652" r:id="rId5"/>
    <p:sldLayoutId id="2147483653" r:id="rId6"/>
    <p:sldLayoutId id="2147483654" r:id="rId7"/>
    <p:sldLayoutId id="2147483660" r:id="rId8"/>
    <p:sldLayoutId id="2147483662" r:id="rId9"/>
    <p:sldLayoutId id="2147483661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0E7DCE-71FC-C62B-F1A5-9426D18C9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08238"/>
            <a:ext cx="9144000" cy="2387600"/>
          </a:xfrm>
        </p:spPr>
        <p:txBody>
          <a:bodyPr>
            <a:noAutofit/>
          </a:bodyPr>
          <a:lstStyle/>
          <a:p>
            <a:r>
              <a:rPr lang="de-DE" sz="200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airpx</a:t>
            </a:r>
            <a:endParaRPr lang="de-AT" sz="200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AAAB215-857F-A5E3-D973-1A3220E9F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9728" y="4256494"/>
            <a:ext cx="9144000" cy="1655762"/>
          </a:xfrm>
        </p:spPr>
        <p:txBody>
          <a:bodyPr>
            <a:normAutofit/>
          </a:bodyPr>
          <a:lstStyle/>
          <a:p>
            <a:r>
              <a:rPr lang="de-DE" sz="4000" dirty="0" err="1"/>
              <a:t>Photocloud</a:t>
            </a:r>
            <a:endParaRPr lang="de-AT" sz="4000" dirty="0"/>
          </a:p>
        </p:txBody>
      </p:sp>
    </p:spTree>
    <p:extLst>
      <p:ext uri="{BB962C8B-B14F-4D97-AF65-F5344CB8AC3E}">
        <p14:creationId xmlns:p14="http://schemas.microsoft.com/office/powerpoint/2010/main" val="2308071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2E27CB-EF44-3A29-4027-F1F67584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Ist Zustand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7C18ED-34D7-9D11-8C30-F203E12DB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Anbieter: große Unternehmen</a:t>
            </a:r>
          </a:p>
          <a:p>
            <a:r>
              <a:rPr lang="de-DE" dirty="0"/>
              <a:t>Datenschutz</a:t>
            </a:r>
          </a:p>
          <a:p>
            <a:r>
              <a:rPr lang="de-DE" dirty="0"/>
              <a:t>Keine Möglichkeit KI zu regulieren</a:t>
            </a:r>
          </a:p>
          <a:p>
            <a:r>
              <a:rPr lang="de-AT" dirty="0"/>
              <a:t>Unrunde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3945926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E7A9FD8-D6D3-EBF4-5E5D-5E4D9B792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7655"/>
            <a:ext cx="11790947" cy="3166711"/>
          </a:xfrm>
        </p:spPr>
        <p:txBody>
          <a:bodyPr>
            <a:noAutofit/>
          </a:bodyPr>
          <a:lstStyle/>
          <a:p>
            <a:pPr algn="ctr"/>
            <a:r>
              <a:rPr lang="de-DE" sz="8800" b="1" dirty="0"/>
              <a:t>Unsere Lösung</a:t>
            </a:r>
            <a:br>
              <a:rPr lang="de-DE" sz="8000" b="1" dirty="0"/>
            </a:br>
            <a:r>
              <a:rPr lang="de-DE" sz="8000" b="1" dirty="0"/>
              <a:t>ist es besser zu machen</a:t>
            </a:r>
            <a:endParaRPr lang="de-AT" sz="8000" b="1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F85F4B4-1528-9984-A48C-B2A9CB16B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25830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991C64-5192-39B2-FF39-14666546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5300" y="365125"/>
            <a:ext cx="7317471" cy="1325563"/>
          </a:xfrm>
        </p:spPr>
        <p:txBody>
          <a:bodyPr>
            <a:normAutofit/>
          </a:bodyPr>
          <a:lstStyle/>
          <a:p>
            <a:r>
              <a:rPr lang="de-DE" sz="80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airpx</a:t>
            </a:r>
            <a:endParaRPr lang="de-AT" sz="8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002AA5-074F-60A0-9D2C-F64B80CF70C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234488" y="1921879"/>
            <a:ext cx="7685772" cy="4351338"/>
          </a:xfrm>
        </p:spPr>
        <p:txBody>
          <a:bodyPr>
            <a:normAutofit/>
          </a:bodyPr>
          <a:lstStyle/>
          <a:p>
            <a:r>
              <a:rPr lang="de-DE" sz="5400" dirty="0"/>
              <a:t>Cloud Server System</a:t>
            </a:r>
          </a:p>
          <a:p>
            <a:r>
              <a:rPr lang="de-DE" sz="5400" dirty="0"/>
              <a:t>Webapp</a:t>
            </a:r>
          </a:p>
          <a:p>
            <a:r>
              <a:rPr lang="de-DE" sz="5400" dirty="0"/>
              <a:t>Mobileapp</a:t>
            </a:r>
            <a:endParaRPr lang="de-AT" sz="5400" dirty="0"/>
          </a:p>
        </p:txBody>
      </p:sp>
    </p:spTree>
    <p:extLst>
      <p:ext uri="{BB962C8B-B14F-4D97-AF65-F5344CB8AC3E}">
        <p14:creationId xmlns:p14="http://schemas.microsoft.com/office/powerpoint/2010/main" val="315137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FEBFE7-E714-6C36-70A6-A00A8E255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7200" dirty="0"/>
              <a:t>Core Features</a:t>
            </a:r>
            <a:endParaRPr lang="de-AT" sz="72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C1AD35-E94B-1789-D56A-B3F8DF21B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Selbst – </a:t>
            </a:r>
            <a:r>
              <a:rPr lang="de-DE" dirty="0" err="1"/>
              <a:t>Hostbar</a:t>
            </a:r>
            <a:endParaRPr lang="de-DE" dirty="0"/>
          </a:p>
          <a:p>
            <a:r>
              <a:rPr lang="de-DE" dirty="0"/>
              <a:t>Intuitive Ordnerstruktur</a:t>
            </a:r>
          </a:p>
          <a:p>
            <a:r>
              <a:rPr lang="de-DE" dirty="0"/>
              <a:t>Schneller Up and Download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331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1A1637-D829-DF46-55CE-4295E1C87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15" y="379392"/>
            <a:ext cx="9062987" cy="1325563"/>
          </a:xfrm>
        </p:spPr>
        <p:txBody>
          <a:bodyPr>
            <a:normAutofit/>
          </a:bodyPr>
          <a:lstStyle/>
          <a:p>
            <a:r>
              <a:rPr lang="de-DE" sz="5400" dirty="0"/>
              <a:t>Automatische Synchronisierung</a:t>
            </a:r>
            <a:endParaRPr lang="de-AT" sz="5400" dirty="0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FB84D95F-D2EF-45A9-5196-5C7D78DC7767}"/>
              </a:ext>
            </a:extLst>
          </p:cNvPr>
          <p:cNvGrpSpPr/>
          <p:nvPr/>
        </p:nvGrpSpPr>
        <p:grpSpPr>
          <a:xfrm>
            <a:off x="6878103" y="3229932"/>
            <a:ext cx="981604" cy="1531827"/>
            <a:chOff x="9717556" y="2155201"/>
            <a:chExt cx="997386" cy="1816044"/>
          </a:xfrm>
        </p:grpSpPr>
        <p:sp>
          <p:nvSpPr>
            <p:cNvPr id="14" name="Pfeil: nach unten 13">
              <a:extLst>
                <a:ext uri="{FF2B5EF4-FFF2-40B4-BE49-F238E27FC236}">
                  <a16:creationId xmlns:a16="http://schemas.microsoft.com/office/drawing/2014/main" id="{AE80A6B3-B04B-9D1E-1207-B3A7048CF8AF}"/>
                </a:ext>
              </a:extLst>
            </p:cNvPr>
            <p:cNvSpPr/>
            <p:nvPr/>
          </p:nvSpPr>
          <p:spPr>
            <a:xfrm rot="9691611">
              <a:off x="9717556" y="2155201"/>
              <a:ext cx="997386" cy="1816044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1D725F96-FBDF-BF7B-E8F0-21BDDD457DA4}"/>
                </a:ext>
              </a:extLst>
            </p:cNvPr>
            <p:cNvCxnSpPr>
              <a:cxnSpLocks/>
            </p:cNvCxnSpPr>
            <p:nvPr/>
          </p:nvCxnSpPr>
          <p:spPr>
            <a:xfrm>
              <a:off x="9908086" y="2541548"/>
              <a:ext cx="439667" cy="1261263"/>
            </a:xfrm>
            <a:prstGeom prst="straightConnector1">
              <a:avLst/>
            </a:prstGeom>
            <a:ln w="76200"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21425E75-AFB8-8ED4-9A30-336917158BB4}"/>
              </a:ext>
            </a:extLst>
          </p:cNvPr>
          <p:cNvGrpSpPr/>
          <p:nvPr/>
        </p:nvGrpSpPr>
        <p:grpSpPr>
          <a:xfrm>
            <a:off x="5253820" y="3258668"/>
            <a:ext cx="999060" cy="1618874"/>
            <a:chOff x="8094947" y="2183937"/>
            <a:chExt cx="997386" cy="1816044"/>
          </a:xfrm>
        </p:grpSpPr>
        <p:sp>
          <p:nvSpPr>
            <p:cNvPr id="15" name="Pfeil: nach unten 14">
              <a:extLst>
                <a:ext uri="{FF2B5EF4-FFF2-40B4-BE49-F238E27FC236}">
                  <a16:creationId xmlns:a16="http://schemas.microsoft.com/office/drawing/2014/main" id="{86DD567F-6B59-EEC7-9780-EE3F9B60686C}"/>
                </a:ext>
              </a:extLst>
            </p:cNvPr>
            <p:cNvSpPr/>
            <p:nvPr/>
          </p:nvSpPr>
          <p:spPr>
            <a:xfrm rot="704591">
              <a:off x="8094947" y="2183937"/>
              <a:ext cx="997386" cy="1816044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cxnSp>
          <p:nvCxnSpPr>
            <p:cNvPr id="19" name="Gerade Verbindung mit Pfeil 18">
              <a:extLst>
                <a:ext uri="{FF2B5EF4-FFF2-40B4-BE49-F238E27FC236}">
                  <a16:creationId xmlns:a16="http://schemas.microsoft.com/office/drawing/2014/main" id="{A87E72FF-640B-B53D-2F3C-2E8E072780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3640" y="2409845"/>
              <a:ext cx="256702" cy="1277183"/>
            </a:xfrm>
            <a:prstGeom prst="straightConnector1">
              <a:avLst/>
            </a:prstGeom>
            <a:ln w="76200"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Grafik 8" descr="Laptop mit einfarbiger Füllung">
            <a:extLst>
              <a:ext uri="{FF2B5EF4-FFF2-40B4-BE49-F238E27FC236}">
                <a16:creationId xmlns:a16="http://schemas.microsoft.com/office/drawing/2014/main" id="{F57A8A37-B5D1-D351-9C68-94ACAF60E2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2135" y="4761759"/>
            <a:ext cx="1466017" cy="1466017"/>
          </a:xfrm>
          <a:prstGeom prst="rect">
            <a:avLst/>
          </a:prstGeom>
        </p:spPr>
      </p:pic>
      <p:pic>
        <p:nvPicPr>
          <p:cNvPr id="11" name="Grafik 10" descr="Cloud Silhouette">
            <a:extLst>
              <a:ext uri="{FF2B5EF4-FFF2-40B4-BE49-F238E27FC236}">
                <a16:creationId xmlns:a16="http://schemas.microsoft.com/office/drawing/2014/main" id="{54C7D7A9-D296-3916-B9ED-3511F0C171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3571" y="1744739"/>
            <a:ext cx="2105520" cy="2105520"/>
          </a:xfrm>
          <a:prstGeom prst="rect">
            <a:avLst/>
          </a:prstGeom>
        </p:spPr>
      </p:pic>
      <p:pic>
        <p:nvPicPr>
          <p:cNvPr id="12" name="Grafik 11" descr="Cloud Silhouette">
            <a:extLst>
              <a:ext uri="{FF2B5EF4-FFF2-40B4-BE49-F238E27FC236}">
                <a16:creationId xmlns:a16="http://schemas.microsoft.com/office/drawing/2014/main" id="{D2946AAE-126A-39BA-F284-9115CB8EEF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8339" y="2423147"/>
            <a:ext cx="1202760" cy="1202760"/>
          </a:xfrm>
          <a:prstGeom prst="rect">
            <a:avLst/>
          </a:prstGeom>
        </p:spPr>
      </p:pic>
      <p:pic>
        <p:nvPicPr>
          <p:cNvPr id="5" name="Grafik 4" descr="Smartphone mit einfarbiger Füllung">
            <a:extLst>
              <a:ext uri="{FF2B5EF4-FFF2-40B4-BE49-F238E27FC236}">
                <a16:creationId xmlns:a16="http://schemas.microsoft.com/office/drawing/2014/main" id="{CB33CF7B-5244-4BD8-7D06-A79532F95F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4236" y="4877542"/>
            <a:ext cx="1103235" cy="110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45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98C656-4214-CBBF-78F5-2CDCB556A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365125"/>
            <a:ext cx="9067799" cy="1325563"/>
          </a:xfrm>
        </p:spPr>
        <p:txBody>
          <a:bodyPr/>
          <a:lstStyle/>
          <a:p>
            <a:r>
              <a:rPr lang="de-DE" dirty="0"/>
              <a:t>Sharing</a:t>
            </a:r>
            <a:endParaRPr lang="de-AT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637633A-5037-59E3-46F9-42538FF2D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8558" y="1927225"/>
            <a:ext cx="9185941" cy="4351338"/>
          </a:xfrm>
        </p:spPr>
        <p:txBody>
          <a:bodyPr/>
          <a:lstStyle/>
          <a:p>
            <a:r>
              <a:rPr lang="de-DE" dirty="0"/>
              <a:t>QR – Code / Link</a:t>
            </a:r>
          </a:p>
          <a:p>
            <a:r>
              <a:rPr lang="de-AT" dirty="0"/>
              <a:t>Alben</a:t>
            </a:r>
          </a:p>
          <a:p>
            <a:r>
              <a:rPr lang="de-AT" dirty="0" err="1"/>
              <a:t>Expirationtime</a:t>
            </a:r>
            <a:endParaRPr lang="de-AT" dirty="0"/>
          </a:p>
          <a:p>
            <a:r>
              <a:rPr lang="de-AT" dirty="0" err="1"/>
              <a:t>Permissions</a:t>
            </a:r>
            <a:r>
              <a:rPr lang="de-AT" dirty="0"/>
              <a:t> </a:t>
            </a:r>
          </a:p>
          <a:p>
            <a:pPr lvl="1"/>
            <a:r>
              <a:rPr lang="de-AT" dirty="0"/>
              <a:t>(View, Add, Edit, Save)</a:t>
            </a:r>
          </a:p>
          <a:p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06119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729E54-5258-DF6D-14EC-8E5C177AF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KI - Features</a:t>
            </a:r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2C32481-F639-B72E-B498-87B0F1C31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658" y="1965325"/>
            <a:ext cx="9185941" cy="4351338"/>
          </a:xfrm>
        </p:spPr>
        <p:txBody>
          <a:bodyPr/>
          <a:lstStyle/>
          <a:p>
            <a:r>
              <a:rPr lang="de-DE" dirty="0"/>
              <a:t>Texterkennung</a:t>
            </a:r>
          </a:p>
          <a:p>
            <a:r>
              <a:rPr lang="de-DE" dirty="0"/>
              <a:t>Objekterkennung</a:t>
            </a:r>
          </a:p>
          <a:p>
            <a:r>
              <a:rPr lang="de-DE" dirty="0"/>
              <a:t>Suche</a:t>
            </a:r>
          </a:p>
          <a:p>
            <a:r>
              <a:rPr lang="de-DE" dirty="0"/>
              <a:t>Automatische Alben</a:t>
            </a:r>
          </a:p>
          <a:p>
            <a:r>
              <a:rPr lang="de-DE" dirty="0"/>
              <a:t>Gesichtserkennung</a:t>
            </a:r>
          </a:p>
          <a:p>
            <a:pPr marL="0" indent="0">
              <a:buNone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31826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79DD14C-2A12-2197-86D6-3AB540FAE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8000" dirty="0"/>
              <a:t>Warum </a:t>
            </a:r>
            <a:r>
              <a:rPr lang="de-DE" sz="8000" dirty="0" err="1"/>
              <a:t>airpx</a:t>
            </a:r>
            <a:r>
              <a:rPr lang="de-DE" sz="8000" dirty="0"/>
              <a:t> ?</a:t>
            </a:r>
            <a:endParaRPr lang="de-AT" sz="800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D3B4FA-0148-FAA2-9D3C-A60B63388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1825625"/>
            <a:ext cx="8762999" cy="4351338"/>
          </a:xfrm>
        </p:spPr>
        <p:txBody>
          <a:bodyPr>
            <a:normAutofit/>
          </a:bodyPr>
          <a:lstStyle/>
          <a:p>
            <a:r>
              <a:rPr lang="de-DE" sz="5400" dirty="0"/>
              <a:t>Mehr Kontrolle</a:t>
            </a:r>
          </a:p>
          <a:p>
            <a:r>
              <a:rPr lang="de-AT" sz="5400" dirty="0"/>
              <a:t>Weniger Aufwand</a:t>
            </a:r>
          </a:p>
          <a:p>
            <a:r>
              <a:rPr lang="de-AT" sz="5400" dirty="0"/>
              <a:t>Einfacheres gemeinsames Nutzen</a:t>
            </a:r>
          </a:p>
        </p:txBody>
      </p:sp>
    </p:spTree>
    <p:extLst>
      <p:ext uri="{BB962C8B-B14F-4D97-AF65-F5344CB8AC3E}">
        <p14:creationId xmlns:p14="http://schemas.microsoft.com/office/powerpoint/2010/main" val="2700853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8921D-DD9D-FD39-BA0C-A4604506C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D1F09C-CE8E-FA66-4A7B-BF876ECAC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08238"/>
            <a:ext cx="9144000" cy="2387600"/>
          </a:xfrm>
        </p:spPr>
        <p:txBody>
          <a:bodyPr>
            <a:noAutofit/>
          </a:bodyPr>
          <a:lstStyle/>
          <a:p>
            <a:r>
              <a:rPr lang="de-DE" sz="200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airpx</a:t>
            </a:r>
            <a:endParaRPr lang="de-AT" sz="200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92443659-40C5-4BCC-50C2-B02C7DBE4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1600" y="4338638"/>
            <a:ext cx="9144000" cy="1655762"/>
          </a:xfrm>
        </p:spPr>
        <p:txBody>
          <a:bodyPr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95792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Breitbild</PresentationFormat>
  <Paragraphs>34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ADLaM Display</vt:lpstr>
      <vt:lpstr>Aptos</vt:lpstr>
      <vt:lpstr>Aptos Display</vt:lpstr>
      <vt:lpstr>Arial</vt:lpstr>
      <vt:lpstr>Office</vt:lpstr>
      <vt:lpstr>airpx</vt:lpstr>
      <vt:lpstr>Ist Zustand</vt:lpstr>
      <vt:lpstr>Unsere Lösung ist es besser zu machen</vt:lpstr>
      <vt:lpstr>airpx</vt:lpstr>
      <vt:lpstr>Core Features</vt:lpstr>
      <vt:lpstr>Automatische Synchronisierung</vt:lpstr>
      <vt:lpstr>Sharing</vt:lpstr>
      <vt:lpstr>KI - Features</vt:lpstr>
      <vt:lpstr>Warum airpx ?</vt:lpstr>
      <vt:lpstr>airpx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Baumann Sonja</dc:creator>
  <cp:lastModifiedBy>Baumann Sonja</cp:lastModifiedBy>
  <cp:revision>1</cp:revision>
  <dcterms:created xsi:type="dcterms:W3CDTF">2026-10-06T09:29:12Z</dcterms:created>
  <dcterms:modified xsi:type="dcterms:W3CDTF">2026-10-08T10:16:31Z</dcterms:modified>
</cp:coreProperties>
</file>